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6/17/2026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698937-D30A-E9CB-C7BB-49926DB48AFC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3811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IN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Personal - Individual Use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1076E-16D1-4294-41EF-C2CF9CCEAF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9685" y="885222"/>
            <a:ext cx="8915399" cy="2262781"/>
          </a:xfrm>
        </p:spPr>
        <p:txBody>
          <a:bodyPr/>
          <a:lstStyle/>
          <a:p>
            <a:r>
              <a:rPr lang="en-US" dirty="0"/>
              <a:t>FINGENIE AI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605DCE-F0D5-5A53-AA38-E074B470E0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73645" y="3148003"/>
            <a:ext cx="8915399" cy="1126283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Presented by :AISHWARYA M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Trainer Name: Mr. JAVEED</a:t>
            </a:r>
            <a:endParaRPr lang="en-IN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65615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2616A-D947-16AB-2A94-E9509F4E2B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38300" y="1591056"/>
            <a:ext cx="8915399" cy="4096512"/>
          </a:xfrm>
        </p:spPr>
        <p:txBody>
          <a:bodyPr>
            <a:normAutofit fontScale="90000"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Introduction:</a:t>
            </a:r>
            <a:br>
              <a:rPr lang="en-US" sz="2800" b="1" dirty="0"/>
            </a:br>
            <a:br>
              <a:rPr lang="en-US" sz="2800" b="1" dirty="0"/>
            </a:br>
            <a:r>
              <a:rPr lang="en-US" sz="2000" dirty="0" err="1"/>
              <a:t>FinGenie</a:t>
            </a:r>
            <a:r>
              <a:rPr lang="en-US" sz="2000" dirty="0"/>
              <a:t> AI is a smart banking application that helps users to manage accounts, transaction, loans, and fraud detection through AI driven features.</a:t>
            </a:r>
            <a:br>
              <a:rPr lang="en-US" sz="2000" dirty="0"/>
            </a:br>
            <a:br>
              <a:rPr lang="en-US" sz="2000" dirty="0"/>
            </a:br>
            <a:r>
              <a:rPr lang="en-US" sz="2000" b="1" dirty="0"/>
              <a:t>Objectives:</a:t>
            </a:r>
            <a:br>
              <a:rPr lang="en-US" sz="2000" b="1" dirty="0"/>
            </a:br>
            <a:r>
              <a:rPr lang="en-US" sz="2000" b="1" dirty="0"/>
              <a:t>          </a:t>
            </a:r>
            <a:r>
              <a:rPr lang="en-US" sz="2000" dirty="0"/>
              <a:t>Secure Banking</a:t>
            </a:r>
            <a:br>
              <a:rPr lang="en-US" sz="2000" dirty="0"/>
            </a:br>
            <a:r>
              <a:rPr lang="en-US" sz="2000" dirty="0"/>
              <a:t>          User Management</a:t>
            </a:r>
            <a:br>
              <a:rPr lang="en-US" sz="2000" dirty="0"/>
            </a:br>
            <a:r>
              <a:rPr lang="en-US" sz="2000" dirty="0"/>
              <a:t>          Transaction Monitoring</a:t>
            </a:r>
            <a:br>
              <a:rPr lang="en-US" sz="2000" dirty="0"/>
            </a:br>
            <a:r>
              <a:rPr lang="en-US" sz="2000" dirty="0"/>
              <a:t>          Fraud Detection</a:t>
            </a:r>
            <a:br>
              <a:rPr lang="en-US" sz="2000" dirty="0"/>
            </a:br>
            <a:r>
              <a:rPr lang="en-US" sz="2000" dirty="0"/>
              <a:t>          Loan Management</a:t>
            </a:r>
            <a:br>
              <a:rPr lang="en-US" sz="2000" b="1" dirty="0"/>
            </a:br>
            <a:r>
              <a:rPr lang="en-US" sz="2000" b="1" dirty="0"/>
              <a:t>            </a:t>
            </a:r>
            <a:br>
              <a:rPr lang="en-US" sz="2000" b="1" dirty="0"/>
            </a:b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39697268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80251-C337-96E8-C05E-A09938604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1063022"/>
            <a:ext cx="8911687" cy="5575522"/>
          </a:xfrm>
        </p:spPr>
        <p:txBody>
          <a:bodyPr/>
          <a:lstStyle/>
          <a:p>
            <a:r>
              <a:rPr lang="en-US" sz="2800" b="1" dirty="0"/>
              <a:t>Technology:</a:t>
            </a:r>
            <a:br>
              <a:rPr lang="en-US" sz="2800" b="1" dirty="0"/>
            </a:br>
            <a:r>
              <a:rPr lang="en-US" sz="2800" b="1" dirty="0"/>
              <a:t> </a:t>
            </a:r>
            <a:br>
              <a:rPr lang="en-US" dirty="0"/>
            </a:br>
            <a:r>
              <a:rPr lang="en-US" sz="2400" dirty="0"/>
              <a:t>Frontend:</a:t>
            </a:r>
            <a:br>
              <a:rPr lang="en-US" sz="2400" dirty="0"/>
            </a:br>
            <a:r>
              <a:rPr lang="en-US" sz="2400" dirty="0"/>
              <a:t>         React JS                               </a:t>
            </a:r>
            <a:br>
              <a:rPr lang="en-US" sz="2400" dirty="0"/>
            </a:br>
            <a:r>
              <a:rPr lang="en-US" sz="2400" dirty="0"/>
              <a:t>         Bootstrap</a:t>
            </a:r>
            <a:br>
              <a:rPr lang="en-US" sz="2400" dirty="0"/>
            </a:br>
            <a:r>
              <a:rPr lang="en-US" sz="2400" dirty="0"/>
              <a:t>         CSS</a:t>
            </a: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Backend:</a:t>
            </a:r>
            <a:br>
              <a:rPr lang="en-US" sz="2400" dirty="0"/>
            </a:br>
            <a:r>
              <a:rPr lang="en-US" sz="2400" dirty="0"/>
              <a:t>         Spring Boot</a:t>
            </a:r>
            <a:br>
              <a:rPr lang="en-US" sz="2400" dirty="0"/>
            </a:br>
            <a:r>
              <a:rPr lang="en-US" sz="2400" dirty="0"/>
              <a:t>         REST API</a:t>
            </a:r>
            <a:br>
              <a:rPr lang="en-US" sz="2400" dirty="0"/>
            </a:br>
            <a:r>
              <a:rPr lang="en-US" sz="2400" dirty="0"/>
              <a:t>         DTO Architecture</a:t>
            </a: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Database:</a:t>
            </a:r>
            <a:br>
              <a:rPr lang="en-US" sz="2400" dirty="0"/>
            </a:br>
            <a:r>
              <a:rPr lang="en-US" sz="2400" dirty="0"/>
              <a:t>          MySQL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9621919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7660D-FA86-A64A-2860-79AB2EF10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3076" y="313214"/>
            <a:ext cx="8911687" cy="6105874"/>
          </a:xfrm>
        </p:spPr>
        <p:txBody>
          <a:bodyPr>
            <a:normAutofit/>
          </a:bodyPr>
          <a:lstStyle/>
          <a:p>
            <a:r>
              <a:rPr lang="en-US" sz="2800" b="1" dirty="0"/>
              <a:t>System Architecture:</a:t>
            </a:r>
            <a:br>
              <a:rPr lang="en-US" sz="2800" b="1" dirty="0"/>
            </a:br>
            <a:br>
              <a:rPr lang="en-US" sz="2800" b="1" dirty="0"/>
            </a:br>
            <a:r>
              <a:rPr lang="en-US" sz="2800" b="1" dirty="0"/>
              <a:t>Architecture Flow</a:t>
            </a:r>
            <a:br>
              <a:rPr lang="en-US" sz="2800" b="1" dirty="0"/>
            </a:br>
            <a:br>
              <a:rPr lang="en-US" sz="2800" b="1" dirty="0"/>
            </a:br>
            <a:r>
              <a:rPr lang="en-US" sz="2000" dirty="0"/>
              <a:t>User-&gt;React Frontend-&gt;RESTAPI-&gt;Spring Boot Backend</a:t>
            </a:r>
            <a:br>
              <a:rPr lang="en-US" sz="2000" dirty="0"/>
            </a:br>
            <a:r>
              <a:rPr lang="en-US" sz="2000" dirty="0"/>
              <a:t>-&gt;MYSQL Database</a:t>
            </a:r>
            <a:br>
              <a:rPr lang="en-US" sz="2000" dirty="0"/>
            </a:br>
            <a:br>
              <a:rPr lang="en-US" sz="2000" dirty="0"/>
            </a:br>
            <a:br>
              <a:rPr lang="en-US" sz="2000" dirty="0"/>
            </a:br>
            <a:r>
              <a:rPr lang="en-US" sz="2000" b="1" dirty="0"/>
              <a:t>Modules</a:t>
            </a:r>
            <a:br>
              <a:rPr lang="en-US" sz="2000" b="1" dirty="0"/>
            </a:br>
            <a:br>
              <a:rPr lang="en-US" sz="2000" dirty="0"/>
            </a:br>
            <a:r>
              <a:rPr lang="en-US" sz="2000" dirty="0"/>
              <a:t>1.Authentication</a:t>
            </a:r>
            <a:br>
              <a:rPr lang="en-US" sz="2000" dirty="0"/>
            </a:br>
            <a:r>
              <a:rPr lang="en-US" sz="2000" dirty="0"/>
              <a:t>2.Account Management</a:t>
            </a:r>
            <a:br>
              <a:rPr lang="en-US" sz="2000" dirty="0"/>
            </a:br>
            <a:r>
              <a:rPr lang="en-US" sz="2000" dirty="0"/>
              <a:t>3.Transaction Management</a:t>
            </a:r>
            <a:br>
              <a:rPr lang="en-US" sz="2000" dirty="0"/>
            </a:br>
            <a:r>
              <a:rPr lang="en-US" sz="2000" dirty="0"/>
              <a:t>4.Loan Management</a:t>
            </a:r>
            <a:br>
              <a:rPr lang="en-US" sz="2000" dirty="0"/>
            </a:br>
            <a:r>
              <a:rPr lang="en-US" sz="2000" dirty="0"/>
              <a:t>5.Fraud Detection</a:t>
            </a:r>
            <a:br>
              <a:rPr lang="en-US" sz="2000" dirty="0"/>
            </a:br>
            <a:r>
              <a:rPr lang="en-US" sz="2000" dirty="0"/>
              <a:t>6.Admin Dashboard</a:t>
            </a:r>
            <a:br>
              <a:rPr lang="en-US" sz="2700" dirty="0"/>
            </a:br>
            <a:endParaRPr lang="en-IN" sz="2700" dirty="0"/>
          </a:p>
        </p:txBody>
      </p:sp>
    </p:spTree>
    <p:extLst>
      <p:ext uri="{BB962C8B-B14F-4D97-AF65-F5344CB8AC3E}">
        <p14:creationId xmlns:p14="http://schemas.microsoft.com/office/powerpoint/2010/main" val="10175014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EB134-CF93-DAFD-0753-18EE878BF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User Login Page                                                         User Dashboard</a:t>
            </a:r>
            <a:endParaRPr lang="en-IN" sz="1800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0FCD28-35CC-C284-4577-7CFBCFCEBC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06716" y="451918"/>
            <a:ext cx="5110036" cy="3854970"/>
          </a:xfrm>
        </p:spPr>
        <p:txBody>
          <a:bodyPr>
            <a:normAutofit/>
          </a:bodyPr>
          <a:lstStyle/>
          <a:p>
            <a:r>
              <a:rPr lang="en-US" sz="3200" b="1" dirty="0"/>
              <a:t>Screenshots:</a:t>
            </a:r>
          </a:p>
          <a:p>
            <a:endParaRPr lang="en-IN" sz="32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DED4973-BE05-B19A-1872-ECE80B5BEE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878" y="1101137"/>
            <a:ext cx="4290122" cy="320575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00B5485-C1A9-1F29-24E4-AA9CCC198B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5914" y="1101136"/>
            <a:ext cx="4484914" cy="3205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3420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81988-C880-7321-E6F0-A3568191BF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300" y="4743239"/>
            <a:ext cx="8915400" cy="566738"/>
          </a:xfrm>
        </p:spPr>
        <p:txBody>
          <a:bodyPr>
            <a:normAutofit/>
          </a:bodyPr>
          <a:lstStyle/>
          <a:p>
            <a:r>
              <a:rPr lang="en-US" sz="2000" dirty="0"/>
              <a:t>Loan Management Page                            Fraud Monitoring Dashboard</a:t>
            </a:r>
            <a:endParaRPr lang="en-IN" sz="2000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17A37444-452F-3759-C67F-2EBB22C5BB2D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15413" b="15413"/>
          <a:stretch>
            <a:fillRect/>
          </a:stretch>
        </p:blipFill>
        <p:spPr>
          <a:xfrm>
            <a:off x="989012" y="830908"/>
            <a:ext cx="5106988" cy="3854970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DD4ECC-5BEA-C8FD-2A54-F2102240D4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38300" y="4873626"/>
            <a:ext cx="8915400" cy="493712"/>
          </a:xfrm>
        </p:spPr>
        <p:txBody>
          <a:bodyPr/>
          <a:lstStyle/>
          <a:p>
            <a:r>
              <a:rPr lang="en-US" dirty="0"/>
              <a:t> 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5D1990B-D15D-5C15-012E-AEF36A7D76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8142" y="830908"/>
            <a:ext cx="5486401" cy="3912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240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22E4A-19A0-9823-B865-9BBEEDF4C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3" y="4745457"/>
            <a:ext cx="8915400" cy="566738"/>
          </a:xfrm>
        </p:spPr>
        <p:txBody>
          <a:bodyPr>
            <a:normAutofit/>
          </a:bodyPr>
          <a:lstStyle/>
          <a:p>
            <a:r>
              <a:rPr lang="en-US" sz="2000" dirty="0"/>
              <a:t>Admin Login Page                                                          Admin Dashboard</a:t>
            </a:r>
            <a:endParaRPr lang="en-IN" sz="2000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D70C1FBA-F58F-257D-1B19-6E5AF1F91EB4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15413" b="15413"/>
          <a:stretch>
            <a:fillRect/>
          </a:stretch>
        </p:blipFill>
        <p:spPr>
          <a:xfrm>
            <a:off x="1119641" y="565344"/>
            <a:ext cx="4976359" cy="385497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8C428FC-34E2-1461-A1AB-B96D79CC1F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9916" y="565344"/>
            <a:ext cx="5410197" cy="3854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8090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7E04D-889D-6B52-DFEE-4B1F09CBC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9241" y="4610100"/>
            <a:ext cx="8915400" cy="566738"/>
          </a:xfrm>
        </p:spPr>
        <p:txBody>
          <a:bodyPr>
            <a:normAutofit/>
          </a:bodyPr>
          <a:lstStyle/>
          <a:p>
            <a:r>
              <a:rPr lang="en-US" dirty="0"/>
              <a:t>Investment page</a:t>
            </a:r>
            <a:endParaRPr lang="en-IN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880529AF-1593-037D-BDD6-4CE5C8697701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15413" b="15413"/>
          <a:stretch>
            <a:fillRect/>
          </a:stretch>
        </p:blipFill>
        <p:spPr>
          <a:xfrm>
            <a:off x="978126" y="1201703"/>
            <a:ext cx="5477103" cy="3217897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C65461-2E9B-5641-044A-7ED2A30471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372984" y="4719637"/>
            <a:ext cx="8915400" cy="647701"/>
          </a:xfrm>
        </p:spPr>
        <p:txBody>
          <a:bodyPr/>
          <a:lstStyle/>
          <a:p>
            <a:r>
              <a:rPr lang="en-US" dirty="0"/>
              <a:t>                                                                                                                 </a:t>
            </a:r>
            <a:r>
              <a:rPr lang="en-US" sz="2400" dirty="0"/>
              <a:t>Loan Page </a:t>
            </a:r>
            <a:endParaRPr lang="en-IN" sz="2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934ADBA-92CB-C697-BDF9-36C2661D40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2056" y="1121228"/>
            <a:ext cx="4920343" cy="3298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22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EE78E-6D36-C8D2-0938-1AF8C6BDB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100" b="1" dirty="0"/>
              <a:t>Conclusion and Future Enhancement</a:t>
            </a:r>
            <a:br>
              <a:rPr lang="en-US" dirty="0"/>
            </a:br>
            <a:br>
              <a:rPr lang="en-US" dirty="0"/>
            </a:br>
            <a:r>
              <a:rPr lang="en-US" sz="2700" dirty="0"/>
              <a:t>Developed a compute banking management solution.</a:t>
            </a:r>
            <a:br>
              <a:rPr lang="en-US" sz="2700" dirty="0"/>
            </a:br>
            <a:br>
              <a:rPr lang="en-US" sz="2700" dirty="0"/>
            </a:br>
            <a:r>
              <a:rPr lang="en-US" sz="2700" dirty="0"/>
              <a:t>Improved banking security and user experience.</a:t>
            </a:r>
            <a:br>
              <a:rPr lang="en-US" dirty="0"/>
            </a:br>
            <a:br>
              <a:rPr lang="en-US" dirty="0"/>
            </a:br>
            <a:r>
              <a:rPr lang="en-US" sz="2700" b="1" dirty="0"/>
              <a:t>Future Scope:</a:t>
            </a:r>
            <a:br>
              <a:rPr lang="en-US" sz="2700" b="1" dirty="0"/>
            </a:br>
            <a:br>
              <a:rPr lang="en-US" sz="2700" dirty="0"/>
            </a:br>
            <a:r>
              <a:rPr lang="en-US" sz="2700" dirty="0"/>
              <a:t>Chatbot Assistant</a:t>
            </a:r>
            <a:br>
              <a:rPr lang="en-US" sz="2700" dirty="0"/>
            </a:br>
            <a:r>
              <a:rPr lang="en-US" sz="2700" dirty="0"/>
              <a:t>Advanced Analytics</a:t>
            </a:r>
            <a:endParaRPr lang="en-IN" sz="2700" dirty="0"/>
          </a:p>
        </p:txBody>
      </p:sp>
    </p:spTree>
    <p:extLst>
      <p:ext uri="{BB962C8B-B14F-4D97-AF65-F5344CB8AC3E}">
        <p14:creationId xmlns:p14="http://schemas.microsoft.com/office/powerpoint/2010/main" val="3641854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CC28D-DD08-5EA0-2F24-AC474F579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4796" y="2788555"/>
            <a:ext cx="8911687" cy="1280890"/>
          </a:xfrm>
        </p:spPr>
        <p:txBody>
          <a:bodyPr>
            <a:normAutofit/>
          </a:bodyPr>
          <a:lstStyle/>
          <a:p>
            <a:r>
              <a:rPr lang="en-US" sz="4000" b="1" dirty="0"/>
              <a:t>THANK YOU</a:t>
            </a:r>
            <a:endParaRPr lang="en-IN" sz="4000" b="1" dirty="0"/>
          </a:p>
        </p:txBody>
      </p:sp>
    </p:spTree>
    <p:extLst>
      <p:ext uri="{BB962C8B-B14F-4D97-AF65-F5344CB8AC3E}">
        <p14:creationId xmlns:p14="http://schemas.microsoft.com/office/powerpoint/2010/main" val="431837356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0</TotalTime>
  <Words>228</Words>
  <Application>Microsoft Office PowerPoint</Application>
  <PresentationFormat>Widescreen</PresentationFormat>
  <Paragraphs>15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Arial</vt:lpstr>
      <vt:lpstr>Century Gothic</vt:lpstr>
      <vt:lpstr>Wingdings</vt:lpstr>
      <vt:lpstr>Wingdings 3</vt:lpstr>
      <vt:lpstr>Wisp</vt:lpstr>
      <vt:lpstr>FINGENIE AI</vt:lpstr>
      <vt:lpstr>Introduction:  FinGenie AI is a smart banking application that helps users to manage accounts, transaction, loans, and fraud detection through AI driven features.  Objectives:           Secure Banking           User Management           Transaction Monitoring           Fraud Detection           Loan Management              </vt:lpstr>
      <vt:lpstr>Technology:   Frontend:          React JS                                         Bootstrap          CSS  Backend:          Spring Boot          REST API          DTO Architecture  Database:           MySQL</vt:lpstr>
      <vt:lpstr>System Architecture:  Architecture Flow  User-&gt;React Frontend-&gt;RESTAPI-&gt;Spring Boot Backend -&gt;MYSQL Database   Modules  1.Authentication 2.Account Management 3.Transaction Management 4.Loan Management 5.Fraud Detection 6.Admin Dashboard </vt:lpstr>
      <vt:lpstr>User Login Page                                                         User Dashboard</vt:lpstr>
      <vt:lpstr>Loan Management Page                            Fraud Monitoring Dashboard</vt:lpstr>
      <vt:lpstr>Admin Login Page                                                          Admin Dashboard</vt:lpstr>
      <vt:lpstr>Investment page</vt:lpstr>
      <vt:lpstr>Conclusion and Future Enhancement  Developed a compute banking management solution.  Improved banking security and user experience.  Future Scope:  Chatbot Assistant Advanced Analytics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AISHWARYA M</dc:creator>
  <cp:lastModifiedBy>AISHWARYA M</cp:lastModifiedBy>
  <cp:revision>1</cp:revision>
  <dcterms:created xsi:type="dcterms:W3CDTF">2026-06-17T17:59:28Z</dcterms:created>
  <dcterms:modified xsi:type="dcterms:W3CDTF">2026-06-17T18:52:08Z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8db2a94-1328-4cb2-b589-c6efe5808a7a_Enabled">
    <vt:lpwstr>true</vt:lpwstr>
  </property>
  <property fmtid="{D5CDD505-2E9C-101B-9397-08002B2CF9AE}" pid="3" name="MSIP_Label_08db2a94-1328-4cb2-b589-c6efe5808a7a_SetDate">
    <vt:lpwstr>2026-06-17T18:52:08Z</vt:lpwstr>
  </property>
  <property fmtid="{D5CDD505-2E9C-101B-9397-08002B2CF9AE}" pid="4" name="MSIP_Label_08db2a94-1328-4cb2-b589-c6efe5808a7a_Method">
    <vt:lpwstr>Privileged</vt:lpwstr>
  </property>
  <property fmtid="{D5CDD505-2E9C-101B-9397-08002B2CF9AE}" pid="5" name="MSIP_Label_08db2a94-1328-4cb2-b589-c6efe5808a7a_Name">
    <vt:lpwstr>Personal - Individual Use</vt:lpwstr>
  </property>
  <property fmtid="{D5CDD505-2E9C-101B-9397-08002B2CF9AE}" pid="6" name="MSIP_Label_08db2a94-1328-4cb2-b589-c6efe5808a7a_SiteId">
    <vt:lpwstr>258ac4e4-146a-411e-9dc8-79a9e12fd6da</vt:lpwstr>
  </property>
  <property fmtid="{D5CDD505-2E9C-101B-9397-08002B2CF9AE}" pid="7" name="MSIP_Label_08db2a94-1328-4cb2-b589-c6efe5808a7a_ActionId">
    <vt:lpwstr>eb3146ee-ccea-48e9-80fd-64032f3a0c22</vt:lpwstr>
  </property>
  <property fmtid="{D5CDD505-2E9C-101B-9397-08002B2CF9AE}" pid="8" name="MSIP_Label_08db2a94-1328-4cb2-b589-c6efe5808a7a_ContentBits">
    <vt:lpwstr>2</vt:lpwstr>
  </property>
  <property fmtid="{D5CDD505-2E9C-101B-9397-08002B2CF9AE}" pid="9" name="MSIP_Label_08db2a94-1328-4cb2-b589-c6efe5808a7a_Tag">
    <vt:lpwstr>10, 0, 1, 1</vt:lpwstr>
  </property>
  <property fmtid="{D5CDD505-2E9C-101B-9397-08002B2CF9AE}" pid="10" name="ClassificationContentMarkingFooterLocations">
    <vt:lpwstr>Wisp:9</vt:lpwstr>
  </property>
  <property fmtid="{D5CDD505-2E9C-101B-9397-08002B2CF9AE}" pid="11" name="ClassificationContentMarkingFooterText">
    <vt:lpwstr>Personal - Individual Use</vt:lpwstr>
  </property>
</Properties>
</file>